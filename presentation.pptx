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Poppins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6D1AFF9-BFD2-4023-8B8F-3EA1D7D67E51}">
  <a:tblStyle styleId="{E6D1AFF9-BFD2-4023-8B8F-3EA1D7D67E5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5.xml"/><Relationship Id="rId22" Type="http://schemas.openxmlformats.org/officeDocument/2006/relationships/font" Target="fonts/Lato-boldItalic.fntdata"/><Relationship Id="rId10" Type="http://schemas.openxmlformats.org/officeDocument/2006/relationships/slide" Target="slides/slide4.xml"/><Relationship Id="rId21" Type="http://schemas.openxmlformats.org/officeDocument/2006/relationships/font" Target="fonts/Lat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Poppins-regular.fntdata"/><Relationship Id="rId14" Type="http://schemas.openxmlformats.org/officeDocument/2006/relationships/slide" Target="slides/slide8.xml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Lato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oppi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a7f39cb93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a7f39cb9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a7f39cb93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9a7f39cb9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11" Type="http://schemas.openxmlformats.org/officeDocument/2006/relationships/image" Target="../media/image1.png"/><Relationship Id="rId10" Type="http://schemas.openxmlformats.org/officeDocument/2006/relationships/image" Target="../media/image3.png"/><Relationship Id="rId9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8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21.png"/><Relationship Id="rId5" Type="http://schemas.openxmlformats.org/officeDocument/2006/relationships/image" Target="../media/image27.png"/><Relationship Id="rId6" Type="http://schemas.openxmlformats.org/officeDocument/2006/relationships/image" Target="../media/image20.png"/><Relationship Id="rId7" Type="http://schemas.openxmlformats.org/officeDocument/2006/relationships/image" Target="../media/image18.png"/><Relationship Id="rId8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4.png"/><Relationship Id="rId9" Type="http://schemas.openxmlformats.org/officeDocument/2006/relationships/image" Target="../media/image23.png"/><Relationship Id="rId5" Type="http://schemas.openxmlformats.org/officeDocument/2006/relationships/image" Target="../media/image17.png"/><Relationship Id="rId6" Type="http://schemas.openxmlformats.org/officeDocument/2006/relationships/image" Target="../media/image22.png"/><Relationship Id="rId7" Type="http://schemas.openxmlformats.org/officeDocument/2006/relationships/image" Target="../media/image15.png"/><Relationship Id="rId8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jp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180761" y="1803437"/>
            <a:ext cx="3830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BEF264"/>
                </a:solidFill>
                <a:latin typeface="Poppins"/>
                <a:ea typeface="Poppins"/>
                <a:cs typeface="Poppins"/>
                <a:sym typeface="Poppins"/>
              </a:rPr>
              <a:t>TaskFlow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433200" y="2808100"/>
            <a:ext cx="5325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Ekipler için modern görev yönetimi</a:t>
            </a:r>
            <a:r>
              <a:rPr lang="en-US" sz="210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21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aracı.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976960" y="3355553"/>
            <a:ext cx="2238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1F5F9"/>
                </a:solidFill>
                <a:latin typeface="Lato"/>
                <a:ea typeface="Lato"/>
                <a:cs typeface="Lato"/>
                <a:sym typeface="Lato"/>
              </a:rPr>
              <a:t>Egehan Avcu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180797" y="3723250"/>
            <a:ext cx="3830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Yıldız Teknik</a:t>
            </a:r>
            <a:r>
              <a:rPr lang="en-US" sz="12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2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Üniversitesi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ayer Technology&#10;Framework Next.js 16&#10;Database / ORM PostgreSQL + Prisma&#10;DND dnd-kit&#10;Styling Tailwind CSS + Shadcn/UI&#10;Auth Next-Auth&#10;Deployment Vercel&#10;&#10;Bunları tablo yap yeni bir slaytta"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84027"/>
            <a:ext cx="2543175" cy="37736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9950" y="1984027"/>
            <a:ext cx="2543175" cy="37736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1984027"/>
            <a:ext cx="2543175" cy="37736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67800" y="1984027"/>
            <a:ext cx="2543175" cy="377368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876300" y="3012727"/>
            <a:ext cx="2050256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Hibrit Deneyim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76300" y="3843188"/>
            <a:ext cx="19526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dnd-kit entegrasyonu ile masaüstü ve mobil cihazlarda akıcı sürükle-bırak deneyimi.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3705225" y="3012727"/>
            <a:ext cx="2050256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Veri Hiyerarşisi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3705225" y="3843188"/>
            <a:ext cx="19526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Board, Sütun ve Kart yapısı ile karmaşık verileri düzenli ve sarsılmaz bir ilişkide yönetin.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534150" y="3012727"/>
            <a:ext cx="2050256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Hızlı Senkron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534150" y="3523208"/>
            <a:ext cx="19526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Vercel sunucusuz mimarisi ile değişiklikler anlık olarak sisteme yansır.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363075" y="3012727"/>
            <a:ext cx="2050256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Dinamik Arayüz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9363075" y="3843188"/>
            <a:ext cx="19526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Otomatik gölge ve ölçeklendirme efektleri ile sezgisel kullanıcı etkileşimi.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6300" y="2326927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705225" y="2326927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34150" y="232692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363075" y="2326927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771525" y="581025"/>
            <a:ext cx="11381422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Modern Mimari ve Kesintisiz Akış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81025" y="581025"/>
            <a:ext cx="76200" cy="50289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81025" y="5332958"/>
            <a:ext cx="11029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Mobil-first zorunluluğu nedeniyle projemizin omurgasını oluşturmuştur.</a:t>
            </a:r>
            <a:endParaRPr/>
          </a:p>
        </p:txBody>
      </p:sp>
      <p:graphicFrame>
        <p:nvGraphicFramePr>
          <p:cNvPr id="123" name="Google Shape;123;p16"/>
          <p:cNvGraphicFramePr/>
          <p:nvPr/>
        </p:nvGraphicFramePr>
        <p:xfrm>
          <a:off x="581025" y="19325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{E6D1AFF9-BFD2-4023-8B8F-3EA1D7D67E51}</a:tableStyleId>
              </a:tblPr>
              <a:tblGrid>
                <a:gridCol w="2105325"/>
                <a:gridCol w="2866125"/>
                <a:gridCol w="2866125"/>
                <a:gridCol w="3192375"/>
              </a:tblGrid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BEF26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Özellik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BEF26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dnd-kit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BEF26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Native HTML5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BEF264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@hello-pangea/dnd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Mobil Destek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</a:t>
                      </a:r>
                      <a:r>
                        <a:rPr b="0" i="0" lang="en-US" sz="1500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Tam</a:t>
                      </a:r>
                      <a:endParaRPr/>
                    </a:p>
                  </a:txBody>
                  <a:tcPr marT="25400" marB="25400" marR="63500" marL="304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</a:t>
                      </a:r>
                      <a:r>
                        <a:rPr b="0" i="0" lang="en-US" sz="1500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Yok (iOS Sorunu)</a:t>
                      </a:r>
                      <a:endParaRPr/>
                    </a:p>
                  </a:txBody>
                  <a:tcPr marT="25400" marB="25400" marR="63500" marL="304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   </a:t>
                      </a:r>
                      <a:r>
                        <a:rPr b="0" i="0" lang="en-US" sz="1500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Kısmi</a:t>
                      </a:r>
                      <a:endParaRPr/>
                    </a:p>
                  </a:txBody>
                  <a:tcPr marT="25400" marB="25400" marR="63500" marL="3048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Boyut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Modüler / Küçük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 KB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Büyük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SSR Uyumu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Next.js Hazır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Evet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Sorunlu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2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Performans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Optimize Re-render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Yüksek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F1F5F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Orta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124" name="Google Shape;124;p16"/>
          <p:cNvSpPr/>
          <p:nvPr/>
        </p:nvSpPr>
        <p:spPr>
          <a:xfrm>
            <a:off x="581025" y="3175545"/>
            <a:ext cx="210532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2686347" y="3175545"/>
            <a:ext cx="286613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5552479" y="3175545"/>
            <a:ext cx="286613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8418611" y="3175545"/>
            <a:ext cx="319236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581025" y="3794670"/>
            <a:ext cx="210532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2686347" y="3794670"/>
            <a:ext cx="286613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5552479" y="3794670"/>
            <a:ext cx="286613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8418611" y="3794670"/>
            <a:ext cx="319236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581025" y="4413795"/>
            <a:ext cx="210532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2686347" y="4413795"/>
            <a:ext cx="286613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5552479" y="4413795"/>
            <a:ext cx="286613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8418611" y="4413795"/>
            <a:ext cx="319236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581025" y="5032920"/>
            <a:ext cx="210532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2686347" y="5032920"/>
            <a:ext cx="286613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5552479" y="5032920"/>
            <a:ext cx="286613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8418611" y="5032920"/>
            <a:ext cx="319236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0" name="Google Shape;1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42979" y="2789783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76847" y="2789783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09111" y="2789783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76847" y="2789783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42979" y="2789783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09111" y="2789783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771525" y="581025"/>
            <a:ext cx="11381422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Neden dnd-kit Tercih Ettik?</a:t>
            </a:r>
            <a:endParaRPr/>
          </a:p>
        </p:txBody>
      </p:sp>
      <p:sp>
        <p:nvSpPr>
          <p:cNvPr id="147" name="Google Shape;147;p16"/>
          <p:cNvSpPr/>
          <p:nvPr/>
        </p:nvSpPr>
        <p:spPr>
          <a:xfrm>
            <a:off x="581025" y="581025"/>
            <a:ext cx="76200" cy="50289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65870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75395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962025" y="2423070"/>
            <a:ext cx="4848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Mobil Tarayıcılar: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iOS Safari gibi ortamlarda native drag-and-drop yetersizliği.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962025" y="3185070"/>
            <a:ext cx="4848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Senkronizasyon: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Sayfa yenilendiğinde bozulan kart sıralamaları ve veri kayıpları.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962025" y="3947070"/>
            <a:ext cx="4848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Görsel Feedback: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Akıcılık kaybı nedeniyle kullanıcı takibindeki zorluklar.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962025" y="4709070"/>
            <a:ext cx="4848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Yeniden İşleme: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Büyük boardlarda artan re-render maliyeti ve yavaşlama.</a:t>
            </a:r>
            <a:endParaRPr/>
          </a:p>
        </p:txBody>
      </p:sp>
      <p:pic>
        <p:nvPicPr>
          <p:cNvPr descr="image.png" id="159" name="Google Shape;15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246117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322317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" y="398517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1025" y="4747170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771525" y="581025"/>
            <a:ext cx="11381422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Geleneksel Mobil Bariyerleri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581025" y="581025"/>
            <a:ext cx="76200" cy="50289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65870"/>
            <a:ext cx="52292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0550" y="1975395"/>
            <a:ext cx="521017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6762750" y="2423070"/>
            <a:ext cx="48482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Long-Press (250ms):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Kaydırma ve sürükleme eylemlerini ayırarak hataları minimize eder.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762750" y="3185070"/>
            <a:ext cx="48482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Haptik Feedback: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Kart seçildiğinde gölge ve ölçek artışı ile anlık tepki.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6762750" y="3947070"/>
            <a:ext cx="48482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Görsel İpuçları: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Hedef alanların şeffaf katmanlarla belirginleştirilmesi.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6762750" y="4709070"/>
            <a:ext cx="48482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Duyarlı Tasarım: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 Yatayda akıcı snap-scroll özelliği ile tam uyum.</a:t>
            </a:r>
            <a:endParaRPr/>
          </a:p>
        </p:txBody>
      </p:sp>
      <p:pic>
        <p:nvPicPr>
          <p:cNvPr descr="image.png" id="176" name="Google Shape;17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246117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81750" y="322317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81750" y="3985170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81750" y="4747170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771525" y="581025"/>
            <a:ext cx="11381422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Mobil Dokunmatik Deneyimi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581025" y="581025"/>
            <a:ext cx="76200" cy="50289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4921" y="2983706"/>
            <a:ext cx="1299864" cy="60141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/>
          <p:nvPr/>
        </p:nvSpPr>
        <p:spPr>
          <a:xfrm>
            <a:off x="581025" y="387087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1459408" y="399469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 cap="flat" cmpd="sng" w="38100">
            <a:solidFill>
              <a:srgbClr val="0206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3720554" y="399469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 cap="flat" cmpd="sng" w="38100">
            <a:solidFill>
              <a:srgbClr val="0206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5981700" y="399469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 cap="flat" cmpd="sng" w="38100">
            <a:solidFill>
              <a:srgbClr val="0206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8242845" y="399469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 cap="flat" cmpd="sng" w="38100">
            <a:solidFill>
              <a:srgbClr val="0206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10503991" y="399469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3B82F6"/>
          </a:solidFill>
          <a:ln cap="flat" cmpd="sng" w="38100">
            <a:solidFill>
              <a:srgbClr val="0206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531390" y="4442370"/>
            <a:ext cx="20846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EF264"/>
                </a:solidFill>
                <a:latin typeface="Poppins"/>
                <a:ea typeface="Poppins"/>
                <a:cs typeface="Poppins"/>
                <a:sym typeface="Poppins"/>
              </a:rPr>
              <a:t>01. Pozisyon Atama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581025" y="4823370"/>
            <a:ext cx="198536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Her karta benzersiz, sıralanabilir Float değer atanır.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2792536" y="2488406"/>
            <a:ext cx="20846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EF264"/>
                </a:solidFill>
                <a:latin typeface="Poppins"/>
                <a:ea typeface="Poppins"/>
                <a:cs typeface="Poppins"/>
                <a:sym typeface="Poppins"/>
              </a:rPr>
              <a:t>02. Hesaplama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5053682" y="4442370"/>
            <a:ext cx="20846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EF264"/>
                </a:solidFill>
                <a:latin typeface="Poppins"/>
                <a:ea typeface="Poppins"/>
                <a:cs typeface="Poppins"/>
                <a:sym typeface="Poppins"/>
              </a:rPr>
              <a:t>03. PATCH İstekleri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5103316" y="4823370"/>
            <a:ext cx="198536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Sadece taşınan kartın verisi veritabanında güncellenir.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7314827" y="2785020"/>
            <a:ext cx="20846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EF264"/>
                </a:solidFill>
                <a:latin typeface="Poppins"/>
                <a:ea typeface="Poppins"/>
                <a:cs typeface="Poppins"/>
                <a:sym typeface="Poppins"/>
              </a:rPr>
              <a:t>04. Optimistic UI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7364462" y="3166020"/>
            <a:ext cx="198536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Arayüz, sunucu yanıtını beklemeden kartı taşır.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9575973" y="4442370"/>
            <a:ext cx="208463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EF264"/>
                </a:solidFill>
                <a:latin typeface="Poppins"/>
                <a:ea typeface="Poppins"/>
                <a:cs typeface="Poppins"/>
                <a:sym typeface="Poppins"/>
              </a:rPr>
              <a:t>05. Prisma Sorgu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9625607" y="4823370"/>
            <a:ext cx="198536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Veriler her zaman position alanına göre ascending formatta çekilir.</a:t>
            </a:r>
            <a:endParaRPr/>
          </a:p>
        </p:txBody>
      </p:sp>
      <p:pic>
        <p:nvPicPr>
          <p:cNvPr descr="image.png" id="203" name="Google Shape;20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37321" y="3136106"/>
            <a:ext cx="995064" cy="29661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771525" y="581025"/>
            <a:ext cx="11381422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Fractional Indexing Mekanizması</a:t>
            </a:r>
            <a:endParaRPr/>
          </a:p>
        </p:txBody>
      </p:sp>
      <p:sp>
        <p:nvSpPr>
          <p:cNvPr id="205" name="Google Shape;205;p19"/>
          <p:cNvSpPr/>
          <p:nvPr/>
        </p:nvSpPr>
        <p:spPr>
          <a:xfrm>
            <a:off x="581025" y="581025"/>
            <a:ext cx="76200" cy="50289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- Sütunların sırası da değiştirilebilir mi olmalı?&#10;&#10;- Kartlara etiket, son teslim tarihi, sorumlu kişi eklemeyi düşünecek misin? Hangisi 48 saatte çalışmaya değer?&#10;&#10;- Board paylaşma özelliği olacak mı? Varsa sadece görüntüleme mi, yoksa birlikte düzenleme mi?&#10;&#10;- Aktivite geçmişi (kartın hangi sütunlar arasında ne zaman taşındığı) değerli mi?&#10;&#10;Proje hakkındaki bu sorulara kısaca cevap vermem gerekiyor. Bu sorulardaki tüm özellikleri geliştirdim, 48 saat yeterli bir süreydi." id="210" name="Google Shape;2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21875" y="6485572"/>
            <a:ext cx="2106225" cy="3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